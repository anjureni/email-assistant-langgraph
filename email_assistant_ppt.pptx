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7"/>
  </p:notesMasterIdLst>
  <p:sldIdLst>
    <p:sldId id="256" r:id="rId2"/>
    <p:sldId id="257" r:id="rId3"/>
    <p:sldId id="261" r:id="rId4"/>
    <p:sldId id="269" r:id="rId5"/>
    <p:sldId id="258" r:id="rId6"/>
    <p:sldId id="259" r:id="rId7"/>
    <p:sldId id="270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94649"/>
  </p:normalViewPr>
  <p:slideViewPr>
    <p:cSldViewPr snapToGrid="0">
      <p:cViewPr varScale="1">
        <p:scale>
          <a:sx n="88" d="100"/>
          <a:sy n="88" d="100"/>
        </p:scale>
        <p:origin x="1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4732C-3255-0D4F-A871-CFC4E3D14BA6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4F9661-DBB1-AA4B-B97B-52639E8BE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00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F9661-DBB1-AA4B-B97B-52639E8BE9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19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4594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81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834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3410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763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1200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161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093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710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160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714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09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8843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71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0803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766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5875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007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268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9501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514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26925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2274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2345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05786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4818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067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46745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76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1/22/26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872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5779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754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3051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553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5881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8038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7122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860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72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47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1960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6170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2887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1032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426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1/22/26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480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1/22/26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57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1/22/26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171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647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546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766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1/22/26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13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  <p:sldLayoutId id="2147483819" r:id="rId13"/>
    <p:sldLayoutId id="2147483820" r:id="rId14"/>
    <p:sldLayoutId id="2147483821" r:id="rId15"/>
    <p:sldLayoutId id="2147483822" r:id="rId16"/>
    <p:sldLayoutId id="2147483823" r:id="rId17"/>
    <p:sldLayoutId id="2147483824" r:id="rId18"/>
    <p:sldLayoutId id="2147483825" r:id="rId19"/>
    <p:sldLayoutId id="2147483826" r:id="rId20"/>
    <p:sldLayoutId id="2147483827" r:id="rId21"/>
    <p:sldLayoutId id="2147483828" r:id="rId22"/>
    <p:sldLayoutId id="2147483829" r:id="rId23"/>
    <p:sldLayoutId id="2147483830" r:id="rId24"/>
    <p:sldLayoutId id="2147483831" r:id="rId25"/>
    <p:sldLayoutId id="2147483832" r:id="rId26"/>
    <p:sldLayoutId id="2147483833" r:id="rId27"/>
    <p:sldLayoutId id="2147483834" r:id="rId28"/>
    <p:sldLayoutId id="2147483835" r:id="rId29"/>
    <p:sldLayoutId id="2147483836" r:id="rId30"/>
    <p:sldLayoutId id="2147483837" r:id="rId31"/>
    <p:sldLayoutId id="2147483838" r:id="rId32"/>
    <p:sldLayoutId id="2147483839" r:id="rId33"/>
    <p:sldLayoutId id="2147483840" r:id="rId34"/>
    <p:sldLayoutId id="2147483841" r:id="rId35"/>
    <p:sldLayoutId id="2147483842" r:id="rId36"/>
    <p:sldLayoutId id="2147483843" r:id="rId37"/>
    <p:sldLayoutId id="2147483844" r:id="rId38"/>
    <p:sldLayoutId id="2147483845" r:id="rId39"/>
    <p:sldLayoutId id="2147483857" r:id="rId40"/>
    <p:sldLayoutId id="2147483846" r:id="rId41"/>
    <p:sldLayoutId id="2147483847" r:id="rId42"/>
    <p:sldLayoutId id="2147483848" r:id="rId43"/>
    <p:sldLayoutId id="2147483849" r:id="rId44"/>
    <p:sldLayoutId id="2147483850" r:id="rId45"/>
    <p:sldLayoutId id="2147483851" r:id="rId46"/>
    <p:sldLayoutId id="2147483852" r:id="rId47"/>
    <p:sldLayoutId id="2147483853" r:id="rId48"/>
    <p:sldLayoutId id="2147483854" r:id="rId49"/>
    <p:sldLayoutId id="2147483855" r:id="rId50"/>
    <p:sldLayoutId id="2147483856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file:////Users/anjureni/Library/Group%20Containers/UBF8T346G9.ms/WebArchiveCopyPasteTempFiles/com.microsoft.Word/content%3fid=file_00000000d6ec722fa8634a491b703a03&amp;ts=491323&amp;p=fs&amp;cid=1&amp;sig=e7d0590e014f4d6a5b827f82d1ec69f692dcb28a47aad4119863df4feb316f89&amp;v=0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F29F-7297-3E7C-E0C4-F63D3CEC3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anchor="t">
            <a:normAutofit fontScale="90000"/>
          </a:bodyPr>
          <a:lstStyle/>
          <a:p>
            <a:br>
              <a:rPr lang="en-US" sz="3400" dirty="0"/>
            </a:br>
            <a:r>
              <a:rPr lang="en-US" sz="4400" dirty="0">
                <a:latin typeface="Bookman Old Style" panose="02050604050505020204" pitchFamily="18" charset="0"/>
              </a:rPr>
              <a:t>AI-Powered</a:t>
            </a:r>
            <a:br>
              <a:rPr lang="en-US" sz="4400" dirty="0">
                <a:latin typeface="Bookman Old Style" panose="02050604050505020204" pitchFamily="18" charset="0"/>
              </a:rPr>
            </a:br>
            <a:r>
              <a:rPr lang="en-US" sz="4400" dirty="0">
                <a:latin typeface="Bookman Old Style" panose="02050604050505020204" pitchFamily="18" charset="0"/>
              </a:rPr>
              <a:t>Email Assistant</a:t>
            </a:r>
            <a:br>
              <a:rPr lang="en-US" sz="3400" dirty="0">
                <a:latin typeface="Bookman Old Style" panose="02050604050505020204" pitchFamily="18" charset="0"/>
              </a:rPr>
            </a:br>
            <a:r>
              <a:rPr lang="en-US" sz="3400" dirty="0">
                <a:latin typeface="Bookman Old Style" panose="02050604050505020204" pitchFamily="18" charset="0"/>
              </a:rPr>
              <a:t>Multi-Agent Orchestration with </a:t>
            </a:r>
            <a:r>
              <a:rPr lang="en-US" sz="3400" dirty="0" err="1">
                <a:latin typeface="Bookman Old Style" panose="02050604050505020204" pitchFamily="18" charset="0"/>
              </a:rPr>
              <a:t>LangGraph</a:t>
            </a:r>
            <a:r>
              <a:rPr lang="en-US" sz="3400" dirty="0">
                <a:latin typeface="Bookman Old Style" panose="02050604050505020204" pitchFamily="18" charset="0"/>
              </a:rPr>
              <a:t> &amp; </a:t>
            </a:r>
            <a:r>
              <a:rPr lang="en-US" sz="3400" dirty="0" err="1">
                <a:latin typeface="Bookman Old Style" panose="02050604050505020204" pitchFamily="18" charset="0"/>
              </a:rPr>
              <a:t>Streamlit</a:t>
            </a:r>
            <a:br>
              <a:rPr lang="en-US" sz="3400" dirty="0"/>
            </a:b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09201-9007-0B15-4BBC-D7BBB3C71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/>
          <a:p>
            <a:r>
              <a:rPr lang="en-US" dirty="0"/>
              <a:t>Anju Susan Raju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D95525-38C0-8CDB-2453-98654F42C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418897"/>
            <a:ext cx="5852160" cy="44143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1205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4C5F9-6E20-F195-F70E-15C54B0C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1"/>
            <a:ext cx="4999876" cy="726790"/>
          </a:xfrm>
        </p:spPr>
        <p:txBody>
          <a:bodyPr anchor="t">
            <a:normAutofit fontScale="90000"/>
          </a:bodyPr>
          <a:lstStyle/>
          <a:p>
            <a:r>
              <a:rPr lang="en-US" sz="3600" b="1" dirty="0">
                <a:latin typeface="Bookman Old Style" panose="02050604050505020204" pitchFamily="18" charset="0"/>
              </a:rPr>
              <a:t>Project Summary</a:t>
            </a:r>
            <a:br>
              <a:rPr lang="en-US" sz="3000" dirty="0"/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497A9-3119-1187-2A4E-372361102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2"/>
            <a:ext cx="4211600" cy="2591954"/>
          </a:xfrm>
        </p:spPr>
        <p:txBody>
          <a:bodyPr anchor="t"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Streamlit</a:t>
            </a:r>
            <a:r>
              <a:rPr lang="en-US" altLang="en-US" dirty="0">
                <a:solidFill>
                  <a:srgbClr val="000000"/>
                </a:solidFill>
                <a:latin typeface="Bookman Old Style" panose="02050604050505020204" pitchFamily="18" charset="0"/>
              </a:rPr>
              <a:t>-based AI application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Bookman Old Style" panose="02050604050505020204" pitchFamily="18" charset="0"/>
              </a:rPr>
              <a:t>Multi-agent orchestration using </a:t>
            </a:r>
            <a:r>
              <a:rPr lang="en-US" altLang="en-US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LangGraph</a:t>
            </a:r>
            <a:endParaRPr lang="en-US" altLang="en-US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Bookman Old Style" panose="02050604050505020204" pitchFamily="18" charset="0"/>
              </a:rPr>
              <a:t>Context-aware, professional email generation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Bookman Old Style" panose="02050604050505020204" pitchFamily="18" charset="0"/>
              </a:rPr>
              <a:t>Memory, guardrails, retry logic</a:t>
            </a:r>
            <a:endParaRPr lang="en-US" altLang="en-US" dirty="0">
              <a:latin typeface="Bookman Old Style" panose="020506040505050202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718EB6-F418-A022-A8AC-DEBF8DF72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457" y="2021376"/>
            <a:ext cx="6283861" cy="27023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7340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644CF-519A-7493-F124-9F756B04C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1"/>
            <a:ext cx="5483352" cy="774086"/>
          </a:xfrm>
        </p:spPr>
        <p:txBody>
          <a:bodyPr/>
          <a:lstStyle/>
          <a:p>
            <a:r>
              <a:rPr lang="en-US" b="1" dirty="0">
                <a:latin typeface="Bookman Old Style" panose="02050604050505020204" pitchFamily="18" charset="0"/>
              </a:rPr>
              <a:t>High Level Architecture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FC55845-80D0-FE57-4DF1-5FC058421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3111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2" descr="Generated image">
            <a:extLst>
              <a:ext uri="{FF2B5EF4-FFF2-40B4-BE49-F238E27FC236}">
                <a16:creationId xmlns:a16="http://schemas.microsoft.com/office/drawing/2014/main" id="{F037FFCE-F0A8-D854-1807-7FD8C7DFB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145" y="1447799"/>
            <a:ext cx="7375634" cy="4917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0124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F126-AB6F-438B-D9AD-F882E1935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02921"/>
            <a:ext cx="8704773" cy="679494"/>
          </a:xfrm>
        </p:spPr>
        <p:txBody>
          <a:bodyPr>
            <a:noAutofit/>
          </a:bodyPr>
          <a:lstStyle/>
          <a:p>
            <a:r>
              <a:rPr lang="en-US" b="1" dirty="0">
                <a:latin typeface="Bookman Old Style" panose="02050604050505020204" pitchFamily="18" charset="0"/>
              </a:rPr>
              <a:t>Agentic Orchestration Overview</a:t>
            </a:r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C502EC-5856-079D-2906-A718892DE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213" y="1701800"/>
            <a:ext cx="8337987" cy="370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1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895C-8DC2-6D97-A161-63A634403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02920"/>
            <a:ext cx="10202497" cy="1808201"/>
          </a:xfrm>
        </p:spPr>
        <p:txBody>
          <a:bodyPr anchor="t">
            <a:noAutofit/>
          </a:bodyPr>
          <a:lstStyle/>
          <a:p>
            <a:r>
              <a:rPr lang="en-US" b="1" dirty="0">
                <a:latin typeface="Bookman Old Style" panose="02050604050505020204" pitchFamily="18" charset="0"/>
              </a:rPr>
              <a:t>The Orchestrator: </a:t>
            </a:r>
            <a:r>
              <a:rPr lang="en-US" b="1" dirty="0" err="1">
                <a:latin typeface="Bookman Old Style" panose="02050604050505020204" pitchFamily="18" charset="0"/>
              </a:rPr>
              <a:t>LangGraph</a:t>
            </a:r>
            <a:r>
              <a:rPr lang="en-US" b="1" dirty="0">
                <a:latin typeface="Bookman Old Style" panose="02050604050505020204" pitchFamily="18" charset="0"/>
              </a:rPr>
              <a:t> Control Plane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8EDABC-0785-2BAD-3485-07BE5330B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955" y="2039599"/>
            <a:ext cx="6283861" cy="37388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4350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D650-3720-97D2-786D-3A53CDC7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7758842" cy="88444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0" kern="1200" dirty="0">
                <a:latin typeface="Bookman Old Style" panose="02050604050505020204" pitchFamily="18" charset="0"/>
              </a:rPr>
              <a:t>The Workflow: A Journey of Data</a:t>
            </a:r>
            <a:br>
              <a:rPr lang="en-US" b="0" kern="1200" dirty="0">
                <a:latin typeface="Bookman Old Style" panose="02050604050505020204" pitchFamily="18" charset="0"/>
              </a:rPr>
            </a:br>
            <a:endParaRPr lang="en-US" b="0" kern="1200" dirty="0">
              <a:latin typeface="Bookman Old Style" panose="0205060405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CD5EF3-A245-C494-2886-F79EE117B078}"/>
              </a:ext>
            </a:extLst>
          </p:cNvPr>
          <p:cNvSpPr txBox="1"/>
          <p:nvPr/>
        </p:nvSpPr>
        <p:spPr>
          <a:xfrm>
            <a:off x="624840" y="2781681"/>
            <a:ext cx="3310128" cy="12946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400" kern="1200" dirty="0">
                <a:effectLst/>
                <a:latin typeface="Bookman Old Style" panose="02050604050505020204" pitchFamily="18" charset="0"/>
              </a:rPr>
              <a:t>Each step represents an independent agent updating the shared state object.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89EABC-C60E-5611-1171-C6FEAEF9D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923" y="1387366"/>
            <a:ext cx="6938174" cy="11062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1140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FEF5A-F201-DA04-D302-86871567B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9508814" cy="6952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ookman Old Style" panose="02050604050505020204" pitchFamily="18" charset="0"/>
              </a:rPr>
              <a:t>The Specialized Agent Pipeline</a:t>
            </a:r>
            <a:br>
              <a:rPr lang="en-US" b="1" dirty="0">
                <a:latin typeface="Bookman Old Style" panose="02050604050505020204" pitchFamily="18" charset="0"/>
              </a:rPr>
            </a:br>
            <a:endParaRPr lang="en-US" b="1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89165-3FB1-9D2E-DA23-94DC6B53E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44" y="1672438"/>
            <a:ext cx="8668407" cy="428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754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B4D4-3444-DE41-80FB-D17A016E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25668"/>
            <a:ext cx="10954512" cy="795528"/>
          </a:xfrm>
        </p:spPr>
        <p:txBody>
          <a:bodyPr anchor="b"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Agent Deep Dive: Understanding the Request</a:t>
            </a:r>
            <a:br>
              <a:rPr lang="en-US" sz="2500" b="1" dirty="0"/>
            </a:br>
            <a:endParaRPr lang="en-US" sz="25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CBEA48-1E3C-C2AB-C92B-2ED199C50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696" y="1491210"/>
            <a:ext cx="8652641" cy="338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87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3349-2733-4098-606B-8C19EAF0C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99" y="851338"/>
            <a:ext cx="10954512" cy="79552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Agent Deep Dive: Setting the Style (Tone Stylist)</a:t>
            </a:r>
            <a:br>
              <a:rPr lang="en-US" sz="3600" b="1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br>
              <a:rPr lang="en-US" sz="3600" b="1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endParaRPr lang="en-US" sz="36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9A0761-3643-7431-507A-FA3AD430D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31" y="1695000"/>
            <a:ext cx="9191297" cy="3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6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C0F4C-90BF-EC53-E2D8-DF3AC1CA0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4" y="1046151"/>
            <a:ext cx="11579352" cy="79552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Agent Deep Dive: Personalization &amp; Memory Injection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7BDBD8-0482-69AB-9259-681D45F1E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021" y="1703081"/>
            <a:ext cx="7772400" cy="455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620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B750-DEEC-928B-375D-FF636C07A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400" y="1579298"/>
            <a:ext cx="4542676" cy="79552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Quality Assurance &amp; Auto-Correction</a:t>
            </a:r>
            <a:br>
              <a:rPr lang="en-US" b="1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br>
              <a:rPr lang="en-US" b="1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endParaRPr lang="en-US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02AFA-6E61-3AD7-E637-A1AD4A69A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00" y="2524554"/>
            <a:ext cx="4038600" cy="3416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89126E-85BE-0B05-94C0-73D0978988ED}"/>
              </a:ext>
            </a:extLst>
          </p:cNvPr>
          <p:cNvSpPr txBox="1"/>
          <p:nvPr/>
        </p:nvSpPr>
        <p:spPr>
          <a:xfrm>
            <a:off x="5722462" y="502080"/>
            <a:ext cx="61091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effectLst/>
                <a:latin typeface="Bookman Old Style" panose="02050604050505020204" pitchFamily="18" charset="0"/>
              </a:rPr>
              <a:t>Enterprise-Grade Guardrails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81CB01-1886-2C34-C3AA-19DA4DD79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374826"/>
            <a:ext cx="7772400" cy="349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240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0FA49-04F4-8068-8DCC-A161F93F6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Technical Implementation: Project Structure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B78B9B-A062-280B-7F54-A5825DBF9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772" y="1691519"/>
            <a:ext cx="8689428" cy="347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78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98FF-C9B0-DDC6-C92A-198FD43C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Application Ul &amp; Features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7E0B28-B72A-5443-3908-CAE008A1D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117" y="1432268"/>
            <a:ext cx="7772400" cy="462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594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72D1C-E97D-B154-84D5-A422A6F49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Installation &amp; Deployment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35917F-612F-5AB8-C7E8-CF4781EC9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79" y="1869022"/>
            <a:ext cx="9614338" cy="36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18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7E692A-18F0-8927-F7B3-714BB2D7E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>
            <a:normAutofit/>
          </a:bodyPr>
          <a:lstStyle/>
          <a:p>
            <a:r>
              <a:rPr lang="en-US" sz="60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015469875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132</Words>
  <Application>Microsoft Macintosh PowerPoint</Application>
  <PresentationFormat>Widescreen</PresentationFormat>
  <Paragraphs>23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Light</vt:lpstr>
      <vt:lpstr>Arial</vt:lpstr>
      <vt:lpstr>Bookman Old Style</vt:lpstr>
      <vt:lpstr>Chroma</vt:lpstr>
      <vt:lpstr> AI-Powered Email Assistant Multi-Agent Orchestration with LangGraph &amp; Streamlit </vt:lpstr>
      <vt:lpstr>Project Summary </vt:lpstr>
      <vt:lpstr>High Level Architecture </vt:lpstr>
      <vt:lpstr>Agentic Orchestration Overview </vt:lpstr>
      <vt:lpstr>The Orchestrator: LangGraph Control Plane</vt:lpstr>
      <vt:lpstr>The Workflow: A Journey of Data </vt:lpstr>
      <vt:lpstr>The Specialized Agent Pipeline </vt:lpstr>
      <vt:lpstr>Agent Deep Dive: Understanding the Request </vt:lpstr>
      <vt:lpstr>Agent Deep Dive: Setting the Style (Tone Stylist)  </vt:lpstr>
      <vt:lpstr>Agent Deep Dive: Personalization &amp; Memory Injection  </vt:lpstr>
      <vt:lpstr>Quality Assurance &amp; Auto-Correction  </vt:lpstr>
      <vt:lpstr>Technical Implementation: Project Structure </vt:lpstr>
      <vt:lpstr>Application Ul &amp; Features </vt:lpstr>
      <vt:lpstr>Installation &amp; Deployment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reni kuruvila</dc:creator>
  <cp:lastModifiedBy>reni kuruvila</cp:lastModifiedBy>
  <cp:revision>2</cp:revision>
  <dcterms:created xsi:type="dcterms:W3CDTF">2026-01-22T14:09:46Z</dcterms:created>
  <dcterms:modified xsi:type="dcterms:W3CDTF">2026-01-22T21:43:19Z</dcterms:modified>
</cp:coreProperties>
</file>